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920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94A3B8"/>
                </a:solidFill>
                <a:latin typeface="Arial"/>
              </a:rPr>
              <a:t>SKY INNOVATION PROJECT  ·  AUTOMATE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0F172A"/>
                </a:solidFill>
                <a:latin typeface="Arial"/>
              </a:rPr>
              <a:t>Compliance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5204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Arial"/>
              </a:rPr>
              <a:t>Sky Transport Solutions is paid to remember 18,000 carriers' deadlines.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1363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Arial"/>
              </a:rPr>
              <a:t>This derives every one of them from the regulations, models what blocks what,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306824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Arial"/>
              </a:rPr>
              <a:t>and surfaces the date each truck stops being legal.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03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Roberto Lozano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94A3B8"/>
                </a:solidFill>
                <a:latin typeface="Arial"/>
              </a:rPr>
              <a:t>WHAT I LEARNED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Arial"/>
              </a:rPr>
              <a:t>Sky Transport Solutions is not a trucking company.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They are the outsourced paperwork department </a:t>
            </a:r>
            <a:r>
              <a:rPr sz="1700">
                <a:solidFill>
                  <a:srgbClr val="475569"/>
                </a:solidFill>
                <a:latin typeface="Arial"/>
              </a:rPr>
              <a:t>for ~18,000 motor carriers — about 25 people holding other people's compliance obligations.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Their customers are owner-operators and small fleets. </a:t>
            </a:r>
            <a:r>
              <a:rPr sz="1700">
                <a:solidFill>
                  <a:srgbClr val="475569"/>
                </a:solidFill>
                <a:latin typeface="Arial"/>
              </a:rPr>
              <a:t>The person who owns the truck is driving it 11 hours a day. He is not logging into seven government portals.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The product is memory and follow-through. </a:t>
            </a:r>
            <a:r>
              <a:rPr sz="1700">
                <a:solidFill>
                  <a:srgbClr val="475569"/>
                </a:solidFill>
                <a:latin typeface="Arial"/>
              </a:rPr>
              <a:t>Membership tiers — Silver $199, Gold $299, Diamond $399 per truck per year — are sorted by how many renewals Sky remembers for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480560"/>
            <a:ext cx="10607040" cy="12801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3A8A"/>
                </a:solidFill>
                <a:latin typeface="Arial"/>
              </a:rPr>
              <a:t>This is a deadline liability business.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1937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Every design decision followed from that. I spent the first hours on the domain rather than the code, and that research is what made the rest specific.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94A3B8"/>
                </a:solidFill>
                <a:latin typeface="Arial"/>
              </a:rPr>
              <a:t>THE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Arial"/>
              </a:rPr>
              <a:t>Three things make this genuinely hard.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337560" cy="329184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337560" cy="73152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Deadlines are derived, not delivered.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27889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Nobody sends a bill. The biennial federal update is due on a date encoded in the carrier's own USDOT number — last digit picks the month, second-to-last picks the year.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337560" cy="329184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337560" cy="73152"/>
          </a:xfrm>
          <a:prstGeom prst="roundRect">
            <a:avLst>
              <a:gd name="adj" fmla="val 6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14884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Obligations are chained.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063240"/>
            <a:ext cx="27889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The IRS returns a stamped Schedule 1 after the heavy vehicle tax is filed, and the DMV will not renew registration without it. A missed emissions test in August is a plate failure in November.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828800"/>
            <a:ext cx="3337560" cy="329184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09560" y="1828800"/>
            <a:ext cx="3337560" cy="73152"/>
          </a:xfrm>
          <a:prstGeom prst="roundRect">
            <a:avLst>
              <a:gd name="adj" fmla="val 6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214884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Failure is asymmetric.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3063240"/>
            <a:ext cx="27889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Filing on time earns $199–$399 a year. Missing one item parks a truck earning ~$800 a day — and the client blames the service they hired to remember.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94A3B8"/>
                </a:solidFill>
                <a:latin typeface="Arial"/>
              </a:rPr>
              <a:t>HOW I CHOSE WHAT TO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Arial"/>
              </a:rPr>
              <a:t>From pain point to feature.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607040" cy="65836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Every deadline must be derived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19568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9659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Rules engine — 7 cited rules deriving dates from the regulations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05456"/>
            <a:ext cx="106070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8833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Obligations block each other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6791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Arial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688336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Dependency graph → a single out-of-service date per truck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27832"/>
            <a:ext cx="10607040" cy="65836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4107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Chasing documents from drivers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4015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Arial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41071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Proactive requests 60 days out, then a fixed escalation ladder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50208"/>
            <a:ext cx="106070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13308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Retyping into seven portals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41239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Arial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4133088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Master record → pre-populated filing packets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672584"/>
            <a:ext cx="10607040" cy="65836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85546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Everything spikes at once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4846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Arial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4855464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Seasonal view + pull-forward that flattens the peak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394960"/>
            <a:ext cx="106070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5778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One miss costs more than one filing earns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556869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Arial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55778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Revenue-at-risk ranking and tier coverage gaps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94A3B8"/>
                </a:solidFill>
                <a:latin typeface="Arial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Arial"/>
              </a:rPr>
              <a:t>The rules engine is the asset.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Pure. </a:t>
            </a:r>
            <a:r>
              <a:rPr sz="1600">
                <a:solidFill>
                  <a:srgbClr val="475569"/>
                </a:solidFill>
                <a:latin typeface="Arial"/>
              </a:rPr>
              <a:t>src/rules/ imports nothing — no database, no React, no HTTP. Facts in, dated obligations out.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Deterministic. </a:t>
            </a:r>
            <a:r>
              <a:rPr sz="1600">
                <a:solidFill>
                  <a:srgbClr val="475569"/>
                </a:solidFill>
                <a:latin typeface="Arial"/>
              </a:rPr>
              <a:t>The current date is injected, never read from the clock, so every rule is testable against a fixed day.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Cited. </a:t>
            </a:r>
            <a:r>
              <a:rPr sz="1600">
                <a:solidFill>
                  <a:srgbClr val="475569"/>
                </a:solidFill>
                <a:latin typeface="Arial"/>
              </a:rPr>
              <a:t>Each rule carries the agency, the CFR section, and a source URL — and an explicit marker saying whether it was verified or still needs review.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Runs anywhere. </a:t>
            </a:r>
            <a:r>
              <a:rPr sz="1600">
                <a:solidFill>
                  <a:srgbClr val="475569"/>
                </a:solidFill>
                <a:latin typeface="Arial"/>
              </a:rPr>
              <a:t>Because it has no I/O, the same functions that derive dates on the server run unchanged in the browser for the what-if simulator.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07040" cy="14173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617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Obligations are materialised, not computed per request.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Deriving in application code per page load does not survive 18,000 carriers. Persisting them makes book-wide questions a GROUP BY — and gives an audit trail for "why did we think this was due?"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94A3B8"/>
                </a:solidFill>
                <a:latin typeface="Arial"/>
              </a:rPr>
              <a:t>THE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Arial"/>
              </a:rPr>
              <a:t>The date nobody's calendar contains.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Arial"/>
              </a:rPr>
              <a:t>Altamont Freight Systems, Unit 101 — a real chain from the seeded book: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2834640" cy="11430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2834640" cy="64008"/>
          </a:xfrm>
          <a:prstGeom prst="roundRect">
            <a:avLst>
              <a:gd name="adj" fmla="val 6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4203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CARB Clean Truck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0779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Aug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6974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94A3B8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286000"/>
            <a:ext cx="2834640" cy="11430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60520" y="2286000"/>
            <a:ext cx="2834640" cy="64008"/>
          </a:xfrm>
          <a:prstGeom prst="roundRect">
            <a:avLst>
              <a:gd name="adj" fmla="val 6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54203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Form 2290 (HVUT)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0779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Aug 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6974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94A3B8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286000"/>
            <a:ext cx="2834640" cy="11430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43800" y="2286000"/>
            <a:ext cx="2834640" cy="6400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54203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IRP Plate Renewal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90779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Sep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5204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B91C1C"/>
                </a:solidFill>
                <a:latin typeface="Arial"/>
              </a:rPr>
              <a:t>OUT OF 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069080"/>
            <a:ext cx="10607040" cy="169164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3891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The binding constraint is the emissions check five days from now.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892040"/>
            <a:ext cx="99669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The plate expires September 16, but miss the emissions check and the renewal behind it cannot complete, whatever the calendar says. No due-date list shows this — it appears only once you model what blocks what. That truck is also on the Silver plan, which does not cover plate renewals at 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94A3B8"/>
                </a:solidFill>
                <a:latin typeface="Arial"/>
              </a:rPr>
              <a:t>HOW I WORKED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Arial"/>
              </a:rPr>
              <a:t>Research first, then encode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Context before code. </a:t>
            </a:r>
            <a:r>
              <a:rPr sz="1500">
                <a:solidFill>
                  <a:srgbClr val="475569"/>
                </a:solidFill>
                <a:latin typeface="Arial"/>
              </a:rPr>
              <a:t>I researched the company and the regulations before writing anything — what STS actually sells, how each deadline is derived, which filings gate which. That research is why the rules carry citations instead of guesses.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Then I turned that context into five subagents, </a:t>
            </a:r>
            <a:r>
              <a:rPr sz="1500">
                <a:solidFill>
                  <a:srgbClr val="475569"/>
                </a:solidFill>
                <a:latin typeface="Arial"/>
              </a:rPr>
              <a:t>committed to the repo: compliance-rules, data-layer, security-boundaries, test-author, ui-ux.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Each encodes judgment that is not in the code — </a:t>
            </a:r>
            <a:r>
              <a:rPr sz="1500">
                <a:solidFill>
                  <a:srgbClr val="475569"/>
                </a:solidFill>
                <a:latin typeface="Arial"/>
              </a:rPr>
              <a:t>a regulation, a trap already hit, a boundary already argued about. They route by task, so the next change starts from that knowledge instead of rediscovering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07040" cy="14173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617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The filter mattered more than the 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An agent earns its place when it encodes judgment not already in the code. I rejected code-reviewer, refactorer, performance, accessibility and docs-writer — "look for bugs" is default behaviour, and five agents that route cleanly beat twelve that overlap. The rejections are documented in the repo.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94A3B8"/>
                </a:solidFill>
                <a:latin typeface="Arial"/>
              </a:rPr>
              <a:t>FEATURE — AUTOMATE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Arial"/>
              </a:rPr>
              <a:t>Automating the work that has no trigger.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7 rules, each cited. </a:t>
            </a:r>
            <a:r>
              <a:rPr sz="1500">
                <a:solidFill>
                  <a:srgbClr val="475569"/>
                </a:solidFill>
                <a:latin typeface="Arial"/>
              </a:rPr>
              <a:t>Biennial federal update, quarterly fuel tax, heavy vehicle tax, CA emissions, plate renewal, annual federal registration, medical certificates.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Two of them are marked "needs review" on purpose. </a:t>
            </a:r>
            <a:r>
              <a:rPr sz="1500">
                <a:solidFill>
                  <a:srgbClr val="475569"/>
                </a:solidFill>
                <a:latin typeface="Arial"/>
              </a:rPr>
              <a:t>The CARB testing cadence and plate staggering are genuinely uncertain, and the app says so rather than looking confident.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Backward scheduling. </a:t>
            </a:r>
            <a:r>
              <a:rPr sz="1500">
                <a:solidFill>
                  <a:srgbClr val="475569"/>
                </a:solidFill>
                <a:latin typeface="Arial"/>
              </a:rPr>
              <a:t>A due date is not a start date. Each step is bound by its own deadline and by the start of whatever depends on it — the demo truck already reads "behind schedule".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Document collection runs itself. </a:t>
            </a:r>
            <a:r>
              <a:rPr sz="1500">
                <a:solidFill>
                  <a:srgbClr val="475569"/>
                </a:solidFill>
                <a:latin typeface="Arial"/>
              </a:rPr>
              <a:t>Requests go out 60 days before expiry, then climb a fixed ladder — text, second text, staff call, escalate. Staff time is spent only after the cheap channels fail.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94A3B8"/>
                </a:solidFill>
                <a:latin typeface="Arial"/>
              </a:rPr>
              <a:t>FEATURE — DOCUMENT INTAKE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Arial"/>
              </a:rPr>
              <a:t>They photograph it. A person confirms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Capture where the client is. </a:t>
            </a:r>
            <a:r>
              <a:rPr sz="1500">
                <a:solidFill>
                  <a:srgbClr val="475569"/>
                </a:solidFill>
                <a:latin typeface="Arial"/>
              </a:rPr>
              <a:t>A live camera opens on phone or laptop; images are downscaled in the browser — a 12 MB shot becomes ~200 KB, which on truck-stop signal decides whether the upload finishes.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Two reading paths, one pipeline. </a:t>
            </a:r>
            <a:r>
              <a:rPr sz="1500">
                <a:solidFill>
                  <a:srgbClr val="475569"/>
                </a:solidFill>
                <a:latin typeface="Arial"/>
              </a:rPr>
              <a:t>A generated PDF goes to a deterministic text parser; a photograph goes to a vision model. Both return the same shape, so review doesn't care which ran.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It refuses to guess. </a:t>
            </a:r>
            <a:r>
              <a:rPr sz="1500">
                <a:solidFill>
                  <a:srgbClr val="475569"/>
                </a:solidFill>
                <a:latin typeface="Arial"/>
              </a:rPr>
              <a:t>An ambiguous date — 03/04/2027 could be 3 April or 4 March — returns nothing rather than a coin flip. Half the guesses would silently move a compliance deadline.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Extraction proposes; a person commits. </a:t>
            </a:r>
            <a:r>
              <a:rPr sz="1500">
                <a:solidFill>
                  <a:srgbClr val="475569"/>
                </a:solidFill>
                <a:latin typeface="Arial"/>
              </a:rPr>
              <a:t>The staff screen sets what was read against what the record says and flags differences. Nothing writes back automatically.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94A3B8"/>
                </a:solidFill>
                <a:latin typeface="Arial"/>
              </a:rPr>
              <a:t>FEATURE — CLIENT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Arial"/>
              </a:rPr>
              <a:t>Three audiences, three surfaces, one rules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337560" cy="35661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3337560" cy="73152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0F172A"/>
                </a:solidFill>
                <a:latin typeface="Arial"/>
              </a:rPr>
              <a:t>Public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Arial"/>
              </a:rPr>
              <a:t>/start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26080"/>
            <a:ext cx="27889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A prospect who isn't a customer yet. Six questions, and the requirement list updates live — answering "intrastate only" drops 10 requirements to 5 and the price from $1,200 to $975.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337560" cy="35661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337560" cy="73152"/>
          </a:xfrm>
          <a:prstGeom prst="roundRect">
            <a:avLst>
              <a:gd name="adj" fmla="val 6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0F172A"/>
                </a:solidFill>
                <a:latin typeface="Arial"/>
              </a:rPr>
              <a:t>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1460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Arial"/>
              </a:rPr>
              <a:t>/c/&lt;token&gt;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926080"/>
            <a:ext cx="27889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An owner-operator on a phone. Leads with "You're covered" or "We need a few things." No risk scores, no jargon, no rule citations — a test enforces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783080"/>
            <a:ext cx="3337560" cy="35661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09560" y="1783080"/>
            <a:ext cx="3337560" cy="73152"/>
          </a:xfrm>
          <a:prstGeom prst="roundRect">
            <a:avLst>
              <a:gd name="adj" fmla="val 6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210312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0F172A"/>
                </a:solidFill>
                <a:latin typeface="Arial"/>
              </a:rPr>
              <a:t>Staff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51460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Arial"/>
              </a:rPr>
              <a:t>console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926080"/>
            <a:ext cx="27889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A specialist with 18,000 carriers. Dense tables, ranked work queue, dependency chains, filing packets, scan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7784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Onboarding is public because a prospect has no account to log into — the account is what the flow produces. That's why no client ever sees another client.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94A3B8"/>
                </a:solidFill>
                <a:latin typeface="Arial"/>
              </a:rPr>
              <a:t>WHAT HAPPENED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Arial"/>
              </a:rPr>
              <a:t>The tests found two real bugs.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5166360" cy="35661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166360" cy="73152"/>
          </a:xfrm>
          <a:prstGeom prst="roundRect">
            <a:avLst>
              <a:gd name="adj" fmla="val 6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Valid PDFs were rejected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6177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Upload validation trusted the browser's declared file type, which is derived from the extension — so a file without one reported nothing and was refused.
Fixed by identifying files from their magic number. More permissive for real users, and stricter against a forged type.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166360" cy="35661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166360" cy="73152"/>
          </a:xfrm>
          <a:prstGeom prst="roundRect">
            <a:avLst>
              <a:gd name="adj" fmla="val 6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The simulator went silent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6177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The what-if tool rebuilt dependency edges from the simulated dates. Slipping a prerequisite past its deadline deleted the edge instead of breaking it — so it reported no problem in exactly the case it exists to surface.
Topology is a property of the rules, not the calendar.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321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Both are now pinned by tests. 91 unit tests run in under a second with no database; 20 browser tests cover what unit tests structurally cannot.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94A3B8"/>
                </a:solidFill>
                <a:latin typeface="Arial"/>
              </a:rPr>
              <a:t>A DELIBERATE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Arial"/>
              </a:rPr>
              <a:t>Where it tells you what it doesn't know.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Two rules are marked "needs review." </a:t>
            </a:r>
            <a:r>
              <a:rPr sz="1500">
                <a:solidFill>
                  <a:srgbClr val="475569"/>
                </a:solidFill>
                <a:latin typeface="Arial"/>
              </a:rPr>
              <a:t>Encoding regulation from secondary sources is where compliance software quietly goes wrong. A rule that announces uncertainty is safer than one that looks confident and is subtly wrong.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A truncated list says so. </a:t>
            </a:r>
            <a:r>
              <a:rPr sz="1500">
                <a:solidFill>
                  <a:srgbClr val="475569"/>
                </a:solidFill>
                <a:latin typeface="Arial"/>
              </a:rPr>
              <a:t>"The first 200 of 919" — not "200 obligations", which reads as complete.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Unread documents are shown as unread. </a:t>
            </a:r>
            <a:r>
              <a:rPr sz="1500">
                <a:solidFill>
                  <a:srgbClr val="475569"/>
                </a:solidFill>
                <a:latin typeface="Arial"/>
              </a:rPr>
              <a:t>With no model credentials configured, the app queues for manual review rather than displaying a plausible-looking result.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Capacity assumptions are printed on the page. </a:t>
            </a:r>
            <a:r>
              <a:rPr sz="1500">
                <a:solidFill>
                  <a:srgbClr val="475569"/>
                </a:solidFill>
                <a:latin typeface="Arial"/>
              </a:rPr>
              <a:t>Staff count, hours per filing — labelled estimates, not measurements.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754880"/>
            <a:ext cx="10607040" cy="100584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074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In a compliance product, a screen that looks authoritative and is wrong is worse than one that admits its limits.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94A3B8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Arial"/>
              </a:rPr>
              <a:t>What exists.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591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Arial"/>
              </a:rPr>
              <a:t>compliance rules,
each cited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8288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Arial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3591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Arial"/>
              </a:rPr>
              <a:t>routes across
three surfaces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8288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Arial"/>
              </a:rPr>
              <a:t>111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23591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Arial"/>
              </a:rPr>
              <a:t>tests — 91 unit,
20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8288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Arial"/>
              </a:rPr>
              <a:t>1,150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3591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Arial"/>
              </a:rPr>
              <a:t>obligations derived
from 40 carriers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PostgreSQL + Prisma, </a:t>
            </a:r>
            <a:r>
              <a:rPr sz="1500">
                <a:solidFill>
                  <a:srgbClr val="475569"/>
                </a:solidFill>
                <a:latin typeface="Arial"/>
              </a:rPr>
              <a:t>10 tables, 6 migrations, with hand-written SQL for the aggregate work an ORM hides.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Next.js + React, </a:t>
            </a:r>
            <a:r>
              <a:rPr sz="1500">
                <a:solidFill>
                  <a:srgbClr val="475569"/>
                </a:solidFill>
                <a:latin typeface="Arial"/>
              </a:rPr>
              <a:t>Server Components querying the database directly — no API layer to maintain.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Five subagents committed to the repo, </a:t>
            </a:r>
            <a:r>
              <a:rPr sz="1500">
                <a:solidFill>
                  <a:srgbClr val="475569"/>
                </a:solidFill>
                <a:latin typeface="Arial"/>
              </a:rPr>
              <a:t>encoding the domain and the decisions.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074920"/>
            <a:ext cx="10607040" cy="8686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32180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Not built: cross-portal reconciliation against live agency records, and writing a confirmed extraction back to the credential. Both are described rather than half-implemented.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94A3B8"/>
                </a:solidFill>
                <a:latin typeface="Arial"/>
              </a:rPr>
              <a:t>IF THIS WERE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Arial"/>
              </a:rPr>
              <a:t>What I'd do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Wire the live FMCSA lookup. </a:t>
            </a:r>
            <a:r>
              <a:rPr sz="1500">
                <a:solidFill>
                  <a:srgbClr val="475569"/>
                </a:solidFill>
                <a:latin typeface="Arial"/>
              </a:rPr>
              <a:t>Enter a real USDOT number and derive from the actual record instead of seeded data. Highest-value next step, and the one I'd start with.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Close the extraction loop. </a:t>
            </a:r>
            <a:r>
              <a:rPr sz="1500">
                <a:solidFill>
                  <a:srgbClr val="475569"/>
                </a:solidFill>
                <a:latin typeface="Arial"/>
              </a:rPr>
              <a:t>A confirmed reading should update the credential and let the engine recompute from it — today it stops at the comparison.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Reconcile against agency records. </a:t>
            </a:r>
            <a:r>
              <a:rPr sz="1500">
                <a:solidFill>
                  <a:srgbClr val="475569"/>
                </a:solidFill>
                <a:latin typeface="Arial"/>
              </a:rPr>
              <a:t>Silent data drift — an address updated with the state but not the feds — causes real revocations, and nobody audits for it.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Measure the assumptions. </a:t>
            </a:r>
            <a:r>
              <a:rPr sz="1500">
                <a:solidFill>
                  <a:srgbClr val="475569"/>
                </a:solidFill>
                <a:latin typeface="Arial"/>
              </a:rPr>
              <a:t>The capacity model uses estimated handling times. Real ones come from time tracking, and would turn the planning view from a shape into a number.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94A3B8"/>
                </a:solidFill>
                <a:latin typeface="Arial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0F172A"/>
                </a:solidFill>
                <a:latin typeface="Arial"/>
              </a:rPr>
              <a:t>Let me show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71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3A8A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97180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Arial"/>
              </a:rPr>
              <a:t>Public walkthrough — answer "intrastate only" and watch 10 requirements become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472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3A8A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447288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Arial"/>
              </a:rPr>
              <a:t>Dashboard — the ranked work queue and what a parked truck actually costs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227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3A8A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922776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Arial"/>
              </a:rPr>
              <a:t>Unit 101 — the chain, the out-of-service date, and the what-if slider breaking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9826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3A8A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398264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Arial"/>
              </a:rPr>
              <a:t>Rules — where every date came from, and which two need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7375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3A8A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873752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Arial"/>
              </a:rPr>
              <a:t>Client portal — send a document, watch it get read 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3492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3A8A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4924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Arial"/>
              </a:rPr>
              <a:t>Scans — what was read set against what the record says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